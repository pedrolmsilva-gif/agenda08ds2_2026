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  <ns0:embeddedFont>
      <ns0:font typeface="Space Grotesk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2efaa8cd-1199-440a-835b-05a97b55e061.fntdata" /><ns0:Relationship Id="rIdFont17" Type="http://schemas.openxmlformats.org/officeDocument/2006/relationships/font" Target="fonts/911c01b6-36b6-45eb-aeb6-f5fd984e7fe8.fntdata" /><ns0:Relationship Id="rIdFont18" Type="http://schemas.openxmlformats.org/officeDocument/2006/relationships/font" Target="fonts/21a113f1-29f7-4f90-9560-32db00885f8a.fntdata" /><ns0:Relationship Id="rIdFont19" Type="http://schemas.openxmlformats.org/officeDocument/2006/relationships/font" Target="fonts/973c2732-25ff-4e47-b529-8ec2d9d1337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458592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610992"/>
            <a:ext cx="1905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942207"/>
            <a:ext cx="6858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97316"/>
                </a:solidFill>
                <a:latin typeface="Space Grotesk"/>
              </a:rPr>
              <a:t>PROJETO FINAL • AGENDA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70832"/>
            <a:ext cx="7200900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Lista de Amigos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53692"/>
            <a:ext cx="5100637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94A3B8"/>
                </a:solidFill>
                <a:latin typeface="Inter"/>
              </a:rPr>
              <a:t>Sistema Web com Autenticação e Segurança em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4587180"/>
            <a:ext cx="223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Apresentado por Gabi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8950"/>
            <a:ext cx="3454449" cy="223837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28950"/>
            <a:ext cx="3454449" cy="223837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028950"/>
            <a:ext cx="3454449" cy="223837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419475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4194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3419475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9488"/>
                </a:solidFill>
                <a:latin typeface="Space Grotesk"/>
              </a:rPr>
              <a:t>O DESAFIO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57250"/>
            <a:ext cx="115824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Visão Geral do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952875"/>
            <a:ext cx="350883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Acesso Restrito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362450"/>
            <a:ext cx="27686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Sistema bloqueado para visitantes sem cadastro ativo.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374" y="3952875"/>
            <a:ext cx="350883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Validação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9374" y="4362450"/>
            <a:ext cx="27686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Verificação de credenciais em banco de dados MySQL.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3952875"/>
            <a:ext cx="350883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Core Tecnológico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8624" y="4362450"/>
            <a:ext cx="27686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Lógica de backend com PHP estruturado e seguro.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62262"/>
            <a:ext cx="1333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57612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52962"/>
            <a:ext cx="1333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595437"/>
            <a:ext cx="6858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9488"/>
                </a:solidFill>
                <a:latin typeface="Space Grotesk"/>
              </a:rPr>
              <a:t>REAPROVEITAMENTO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43087"/>
            <a:ext cx="72009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Arquitetura Modular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2805112"/>
            <a:ext cx="5295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Layouts Isolados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cabecalho.php e rodape.php mantêm a interface unificada via require_once.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700462"/>
            <a:ext cx="5295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Centralização de Dados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conexaoBD.php armazena credenciais do Mysqli em um único ponto.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4595812"/>
            <a:ext cx="5295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Manutenção Simplificada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Mudanças no banco exigem edição em apenas um arquivo PHP.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9488"/>
                </a:solidFill>
                <a:latin typeface="Space Grotesk"/>
              </a:rPr>
              <a:t>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57250"/>
            <a:ext cx="115824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O Fluxo de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6760" y="4129087"/>
            <a:ext cx="8778478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38300" y="33670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91200" y="33670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44100" y="33670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5425" y="33670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97316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200" y="4205287"/>
            <a:ext cx="238779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Space Grotesk"/>
              </a:rPr>
              <a:t>Entrada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225" y="4548187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index.php coleta usuário e senha via método POST.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8325" y="33670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D9488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8382" y="4205287"/>
            <a:ext cx="187523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Space Grotesk"/>
              </a:rPr>
              <a:t>Validação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125" y="4548187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loginAction.php conecta ao banco e executa SELECT.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1225" y="33670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97316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3828" y="4205287"/>
            <a:ext cx="11501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Space Grotesk"/>
              </a:rPr>
              <a:t>Decisão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2025" y="4548187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Se correto, cria sessão. Se falso, nega acesso.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771900"/>
            <a:ext cx="4876800" cy="9239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24425"/>
            <a:ext cx="4876800" cy="11144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771900"/>
            <a:ext cx="38100" cy="923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924425"/>
            <a:ext cx="38100" cy="11144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803350"/>
            <a:ext cx="4876800" cy="3251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819150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9488"/>
                </a:solidFill>
                <a:latin typeface="Space Grotesk"/>
              </a:rPr>
              <a:t>TECNOLOGIA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066800"/>
            <a:ext cx="5220652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O Coração da Segurança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09850"/>
            <a:ext cx="49720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O protocolo HTTP não mantém o estado do usuário naturalmente. Precisamos forçar a persistência da identidade.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000500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session_start();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276725"/>
            <a:ext cx="547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Inicia a persistência de dados no servidor.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153025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verificarAcesso.php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5429250"/>
            <a:ext cx="4476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Incluso em todas as páginas para bloquear invasores sem sessão ativa.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047875"/>
            <a:ext cx="5257800" cy="420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24600" y="2047875"/>
            <a:ext cx="5257800" cy="420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47875"/>
            <a:ext cx="52578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962275"/>
            <a:ext cx="5257800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2047875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24600" y="2962275"/>
            <a:ext cx="5257800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Grotesk"/>
              </a:rPr>
              <a:t>BOAS PRÁTICAS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57250"/>
            <a:ext cx="115824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Redirecionamento Seguro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390775"/>
            <a:ext cx="690086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F4444"/>
                </a:solidFill>
                <a:latin typeface="Space Grotesk"/>
              </a:rPr>
              <a:t>Abordagem Vulnerável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1146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monospace"/>
              </a:rPr>
              <a:t>header('Location: ...');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monospace"/>
              </a:rPr>
              <a:t> // Código restrito continua aqui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95725"/>
            <a:ext cx="5353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Robôs e rastreadores podem ignorar o cabeçalho HTTP e ler o código protegido da página.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2390775"/>
            <a:ext cx="5867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Abordagem Segura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1146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monospace"/>
              </a:rPr>
              <a:t>header('Location: ...');</a:t>
            </a:r>
            <a:r>
              <a:t>
</a:t>
            </a:r>
            <a:r>
              <a:rPr b="1" sz="1350" i="0" u="none">
                <a:solidFill>
                  <a:srgbClr val="0D9488"/>
                </a:solidFill>
                <a:latin typeface="monospace"/>
              </a:rPr>
              <a:t>die();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895725"/>
            <a:ext cx="5353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 modificador die() ou exit() encerra o processamento, garantindo a proteção da página restrita.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1600200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9488"/>
                </a:solidFill>
                <a:latin typeface="Space Grotesk"/>
              </a:rPr>
              <a:t>ARMAZENAMENTO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847850"/>
            <a:ext cx="6096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Cookies vs.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2809875"/>
            <a:ext cx="6096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Armazenamento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200400"/>
            <a:ext cx="55816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Enquanto as Sessions ficam seguras no servidor, os Cookies são arquivos de texto salvos diretamente no navegador do cliente (via setcookie).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4352925"/>
            <a:ext cx="6096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Tempo de Vida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4743450"/>
            <a:ext cx="55816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Sessões expiram ao fechar o navegador. Cookies podem ter duração programada (ex: time() + 86400 para durar 24 horas).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33837" y="4600575"/>
            <a:ext cx="4124325" cy="561975"/>
          </a:xfrm>
          <a:prstGeom prst="roundRect">
            <a:avLst>
              <a:gd name="adj" fmla="val 13559"/>
            </a:avLst>
          </a:prstGeom>
          <a:noFill/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695450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9292" y="2609850"/>
            <a:ext cx="7313414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Encerramento Seguro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514725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Ação de Logout executa a função unset() para destruir as variáveis globais, finalizando o acesso restrito.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3109" y="4772025"/>
            <a:ext cx="4345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Space Grotesk"/>
              </a:rPr>
              <a:t>VÍDEO DE DEMONSTRAÇÃO A SEGUIR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574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219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19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462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0032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7185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33462"/>
            <a:ext cx="5012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https://miro.medium.com/v2/resize:fit:1116/0*VkF_PI1y8tmG7P3q.jpg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33487"/>
            <a:ext cx="13144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muz.li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762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https://cdn.prod.website-files.com/63e15418201b6e2a5cabb911/689d284e029d8831e946a9df_6740f269488da2299bfeefb4_6697feb9124eadd5095e6aa4_cigarette%2520blog%2520header.png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114550"/>
            <a:ext cx="2536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www.lumafield.com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643187"/>
            <a:ext cx="9144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https://cdn.prod.website-files.com/698a15a8c68d8a4f171bf4b3/6ab28c60f0d9b7aed9086bc7_VAST-DataEnclave-Guards.jpg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843212"/>
            <a:ext cx="1845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techarena.ai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414712"/>
            <a:ext cx="9370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https://www.lemon8-app.com/seo/image?item_id=7445859433726575147&amp;index=1&amp;sign=cf68d562c816a81ef1db7279d292f1ee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614737"/>
            <a:ext cx="2809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www.lemon8-app.com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